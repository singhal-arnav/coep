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6dd60354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6dd60354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6dd60354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6dd60354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6dd60354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6dd60354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75f2514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75f2514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6dd60354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6dd60354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6dd60354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6dd60354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6dd60354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6dd60354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6dd60354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6dd60354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6dd60354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6dd60354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6dd60354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6dd60354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6dd60354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6dd60354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6dd60354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6dd60354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6dd60354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6dd60354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6dd60354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6dd60354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9276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Connect Computers using Network Hub to form LAN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868350"/>
            <a:ext cx="8222100" cy="1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Arnav Singhal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Div 8; Batch A8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MIS: 612203012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LAN?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5328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LAN stands for “Local Area Network”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Limited to a relatively small geographical area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Generally operates in a single physical location. Connects computers within a room, office, building, etc.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18943" l="0" r="0" t="0"/>
          <a:stretch/>
        </p:blipFill>
        <p:spPr>
          <a:xfrm>
            <a:off x="5694375" y="1441475"/>
            <a:ext cx="3257599" cy="1920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4"/>
          <p:cNvSpPr txBox="1"/>
          <p:nvPr/>
        </p:nvSpPr>
        <p:spPr>
          <a:xfrm>
            <a:off x="6483275" y="3342650"/>
            <a:ext cx="180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typical LAN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Equipment Needed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4584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Network Hub: A device to connect multiple Ethernet devices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Ethernet Cables: Sufficient cables to connect each computer to the hub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Computers: 2 to 4 computers with Ethernet ports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Power Supply: For the network hub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Hub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0012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hub is a network hardware device that connects multiple devices or nodes in order to share resources, information and services.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Hubs usually have 4-12 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When it receives a data packet at one of the ports, it sends it as electrical signals to all the other ports.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425" y="3027550"/>
            <a:ext cx="3235200" cy="1307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300" y="2905025"/>
            <a:ext cx="3191401" cy="15520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6"/>
          <p:cNvSpPr txBox="1"/>
          <p:nvPr/>
        </p:nvSpPr>
        <p:spPr>
          <a:xfrm>
            <a:off x="1679475" y="4340275"/>
            <a:ext cx="180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network hub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Cables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Straight-through LAN cables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Cables must be crimped on both ends (unless suitable </a:t>
            </a:r>
            <a:r>
              <a:rPr lang="en"/>
              <a:t>readymade </a:t>
            </a:r>
            <a:r>
              <a:rPr lang="en"/>
              <a:t>cables are available)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11039" l="0" r="0" t="0"/>
          <a:stretch/>
        </p:blipFill>
        <p:spPr>
          <a:xfrm>
            <a:off x="4235325" y="2653600"/>
            <a:ext cx="3261401" cy="1892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3275" y="2571750"/>
            <a:ext cx="2070875" cy="20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>
                <a:solidFill>
                  <a:srgbClr val="CC0000"/>
                </a:solidFill>
              </a:rPr>
              <a:t>Steps to Create a LAN</a:t>
            </a:r>
            <a:endParaRPr sz="2800">
              <a:solidFill>
                <a:srgbClr val="CC0000"/>
              </a:solidFill>
            </a:endParaRPr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1536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1</a:t>
            </a:r>
            <a:r>
              <a:rPr lang="en" sz="2500">
                <a:solidFill>
                  <a:schemeClr val="dk1"/>
                </a:solidFill>
              </a:rPr>
              <a:t>. Physical Setup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Place the network hub in a central location where all the computers can be easily connected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Connect the hub to power and turn it 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Take an Ethernet cable. Connect one end to the hub and the other to the Ethernet port of the first computer. Repeat this process for each of the computers.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8600" l="3543" r="4426" t="0"/>
          <a:stretch/>
        </p:blipFill>
        <p:spPr>
          <a:xfrm>
            <a:off x="219650" y="1342275"/>
            <a:ext cx="4295325" cy="223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4">
            <a:alphaModFix/>
          </a:blip>
          <a:srcRect b="9591" l="0" r="0" t="10344"/>
          <a:stretch/>
        </p:blipFill>
        <p:spPr>
          <a:xfrm>
            <a:off x="4645300" y="1211375"/>
            <a:ext cx="4346301" cy="26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1. Physical Setup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2. Network Configuration</a:t>
            </a:r>
            <a:endParaRPr sz="2500"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387900" y="10774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1) </a:t>
            </a:r>
            <a:r>
              <a:rPr lang="en" sz="1520"/>
              <a:t>Right-click the network icon in the system tray (bottom-right corner) and select "Open Network &amp; Internet settings".</a:t>
            </a:r>
            <a:endParaRPr sz="15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2) Click on "Change adapter options" to open the Network Connections window.</a:t>
            </a:r>
            <a:endParaRPr sz="15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520"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500" y="2189025"/>
            <a:ext cx="4090726" cy="24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500"/>
              <a:t>2. Network Configuration</a:t>
            </a:r>
            <a:endParaRPr sz="2500"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0774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520"/>
              <a:t>3) Set IP Addresses:</a:t>
            </a:r>
            <a:endParaRPr sz="1520"/>
          </a:p>
          <a:p>
            <a:pPr indent="-32512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20"/>
              <a:buChar char="-"/>
            </a:pPr>
            <a:r>
              <a:rPr lang="en" sz="1520"/>
              <a:t>Right-click on your Ethernet adapter and select "Properties".</a:t>
            </a:r>
            <a:endParaRPr sz="1520"/>
          </a:p>
          <a:p>
            <a:pPr indent="-3251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0"/>
              <a:buChar char="-"/>
            </a:pPr>
            <a:r>
              <a:rPr lang="en" sz="1520"/>
              <a:t>Select "Internet Protocol Version 4 (TCP/IPv4)" and click "Properties".</a:t>
            </a:r>
            <a:endParaRPr sz="1525"/>
          </a:p>
          <a:p>
            <a:pPr indent="-32543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Choose "Use the following IP address" and manually assign IP addresses. For example:</a:t>
            </a:r>
            <a:endParaRPr sz="1525"/>
          </a:p>
          <a:p>
            <a:pPr indent="-32543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Computer 1: IP address: 192.168.1.1, Subnet mask: 255.255.255.0</a:t>
            </a:r>
            <a:endParaRPr sz="1525"/>
          </a:p>
          <a:p>
            <a:pPr indent="-32543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Computer 2: IP address: 192.168.1.2, Subnet mask: 255.255.255.0</a:t>
            </a:r>
            <a:endParaRPr sz="1525"/>
          </a:p>
          <a:p>
            <a:pPr indent="-32543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Continue in this manner for additional computers, incrementing the last digit of the IP address.</a:t>
            </a:r>
            <a:endParaRPr sz="1525"/>
          </a:p>
          <a:p>
            <a:pPr indent="-32543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Click "OK" to save settings.</a:t>
            </a:r>
            <a:endParaRPr sz="1525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52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2. Network Configuration</a:t>
            </a:r>
            <a:endParaRPr sz="2500"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825" y="1244426"/>
            <a:ext cx="2446725" cy="30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200" y="1144400"/>
            <a:ext cx="3556475" cy="323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4294967295" type="body"/>
          </p:nvPr>
        </p:nvSpPr>
        <p:spPr>
          <a:xfrm>
            <a:off x="311700" y="10774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en" sz="1525"/>
              <a:t>4) Configure Network Discovery:</a:t>
            </a:r>
            <a:endParaRPr sz="1525"/>
          </a:p>
          <a:p>
            <a:pPr indent="-325437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Go to "Network and Sharing Center".</a:t>
            </a:r>
            <a:endParaRPr sz="1525"/>
          </a:p>
          <a:p>
            <a:pPr indent="-3254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Click "Change advanced sharing settings".</a:t>
            </a:r>
            <a:endParaRPr sz="1525"/>
          </a:p>
          <a:p>
            <a:pPr indent="-3254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5"/>
              <a:buChar char="-"/>
            </a:pPr>
            <a:r>
              <a:rPr lang="en" sz="1525"/>
              <a:t>Ensure "Turn on network discovery" and "Turn on file and printer sharing" are enabled.</a:t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2. Network Configuration</a:t>
            </a:r>
            <a:endParaRPr sz="2500"/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211" y="2516450"/>
            <a:ext cx="4072339" cy="2443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5900" y="2516451"/>
            <a:ext cx="4009300" cy="25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3. Testing the Network</a:t>
            </a:r>
            <a:endParaRPr sz="2500"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29"/>
              <a:t>1) </a:t>
            </a:r>
            <a:r>
              <a:rPr lang="en" sz="1629"/>
              <a:t>Check Connections:</a:t>
            </a:r>
            <a:endParaRPr sz="1629"/>
          </a:p>
          <a:p>
            <a:pPr indent="-3321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30"/>
              <a:buChar char="-"/>
            </a:pPr>
            <a:r>
              <a:rPr lang="en" sz="1629"/>
              <a:t>Ensure all Ethernet cables are securely connected.</a:t>
            </a:r>
            <a:endParaRPr sz="1629"/>
          </a:p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-"/>
            </a:pPr>
            <a:r>
              <a:rPr lang="en" sz="1629"/>
              <a:t>Verify that the network hub is powered on and its status LEDs indicate active connections.</a:t>
            </a:r>
            <a:endParaRPr sz="162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2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29"/>
              <a:t>2) Ping Each Computer:</a:t>
            </a:r>
            <a:endParaRPr sz="1629"/>
          </a:p>
          <a:p>
            <a:pPr indent="-3321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30"/>
              <a:buChar char="-"/>
            </a:pPr>
            <a:r>
              <a:rPr lang="en" sz="1629"/>
              <a:t>Open Command Prompt (CMD) or Terminal.</a:t>
            </a:r>
            <a:endParaRPr sz="1629"/>
          </a:p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-"/>
            </a:pPr>
            <a:r>
              <a:rPr lang="en" sz="1629"/>
              <a:t>Use the ping command to test connectivity</a:t>
            </a:r>
            <a:endParaRPr sz="162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2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29"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925" y="2734875"/>
            <a:ext cx="3643750" cy="17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Steps (Troubleshooting)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"/>
              <a:t>Check Cable Connections:</a:t>
            </a:r>
            <a:r>
              <a:rPr lang="en"/>
              <a:t> Ensure all Ethernet cables are securely connected to both the computers and the hub.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"/>
              <a:t>Check IP Configuration:</a:t>
            </a:r>
            <a:r>
              <a:rPr lang="en"/>
              <a:t> Verify that each computer has a unique IP address within the same subnet.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"/>
              <a:t>Disable Firewalls Temporarily:</a:t>
            </a:r>
            <a:r>
              <a:rPr lang="en"/>
              <a:t> Firewalls can sometimes block network discovery and sharing. Temporarily disable them to see if this resolves the issue.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"/>
              <a:t>Check Network Discovery Settings:</a:t>
            </a:r>
            <a:r>
              <a:rPr lang="en"/>
              <a:t> Ensure that network discovery and file sharing are enabled on all computers.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"/>
              <a:t>Restart Devices:</a:t>
            </a:r>
            <a:r>
              <a:rPr lang="en"/>
              <a:t> Sometimes, simply restarting the computers and the hub can resolve connectivity issues.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Sharing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382275"/>
            <a:ext cx="6389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Sharing Resources: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ight-click a folder, select "Properties", go to the "Sharing" tab, and click "Share".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Access Shared Resources: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File Explorer, go to "Network", and locate other computers.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1450" y="1573500"/>
            <a:ext cx="1996499" cy="199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